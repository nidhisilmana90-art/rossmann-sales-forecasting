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Avg Sales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2E7D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5930</c:v>
                </c:pt>
                <c:pt idx="1">
                  <c:v>8229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Avg Sales per Customer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/ Customer</c:v>
                </c:pt>
              </c:strCache>
            </c:strRef>
          </c:tx>
          <c:spPr>
            <a:solidFill>
              <a:srgbClr val="D97D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8.51</c:v>
                </c:pt>
                <c:pt idx="1">
                  <c:v>9.74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3D47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Before (≤10d)</c:v>
                  </c:pt>
                  <c:pt idx="1">
                    <c:v>During</c:v>
                  </c:pt>
                  <c:pt idx="2">
                    <c:v>After (≤10d)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6900</c:v>
                </c:pt>
                <c:pt idx="1">
                  <c:v>4200</c:v>
                </c:pt>
                <c:pt idx="2">
                  <c:v>5300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Avg Sales by Assortment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2E7D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 (a)</c:v>
                  </c:pt>
                  <c:pt idx="1">
                    <c:v>Extended (c)</c:v>
                  </c:pt>
                  <c:pt idx="2">
                    <c:v>Extra (b)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6622</c:v>
                </c:pt>
                <c:pt idx="1">
                  <c:v>7301</c:v>
                </c:pt>
                <c:pt idx="2">
                  <c:v>8643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Weekend Sales: Sunday-opening stores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D97D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Never open
Sundays</c:v>
                  </c:pt>
                  <c:pt idx="1">
                    <c:v>Open on
Sundays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5839</c:v>
                </c:pt>
                <c:pt idx="1">
                  <c:v>7565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7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Rossmann Store Sales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— Interim Findings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  |  Sales Forecasting Across Multiple Retail Stores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361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1,017,209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rows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(2013–2015)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5361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2044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4 store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5361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41,088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5508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rows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5361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8972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Data-error rows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(Open=1,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Sales=0)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Cleaning pipeline applied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Open (test) → imputed as open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CompetitionDistance → median imputation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Promo2Since* / PromoInterval → structural zeros ('not participating')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Sales=0 while Open=1 → dropped as data errors (54 rows)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 check on Sales: high-sales outliers kept (real promo/holiday spikes)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Promotions drive both traffic and basket size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160520" y="123444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7818120" y="1234440"/>
            <a:ext cx="37947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6" name="Text 2"/>
          <p:cNvSpPr/>
          <p:nvPr/>
        </p:nvSpPr>
        <p:spPr>
          <a:xfrm>
            <a:off x="8092440" y="14630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days: +39% avg sales, +14% sales-per-customer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092440" y="228600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Promos aren't just discounting existing baskets — they lift both footfall and spend per customer.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Sales around state holidays (avg, sample of 50 stores)</a:t>
            </a:r>
            <a:endParaRPr lang="en-US" sz="14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548640" y="4572000"/>
          <a:ext cx="5943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6675120" y="48463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spike before a holiday (stocking up), drop sharply during it (most stores closed), then partly rebound.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characteristics shape the sales baseline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3657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26280" y="1280160"/>
          <a:ext cx="3657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8503920" y="1280160"/>
            <a:ext cx="310896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/>
        </p:spPr>
      </p:sp>
      <p:sp>
        <p:nvSpPr>
          <p:cNvPr id="6" name="Text 2"/>
          <p:cNvSpPr/>
          <p:nvPr/>
        </p:nvSpPr>
        <p:spPr>
          <a:xfrm>
            <a:off x="873252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Sales ↔ Customers correlation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73252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6E"/>
                </a:solidFill>
              </a:rPr>
              <a:t>r = 0.824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732520" y="25146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</a:rPr>
              <a:t>Strong positive link — but basket size (Sales/Customer) still varies by promo &amp; assortment.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Competition distance: weak effect (r = -0.042)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4617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competitors are often in busy city centres where foot traffic is high for everyone — so raw distance alone is a poor sales predictor without controlling for location.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competitor openings show store-specific dips in the rolling sales trend, not a universal pattern.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promo split is closely matched (38.2% vs 39.6%) — safe to model on train patterns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lifts both traffic and spend-per-customer (+39% sales, +14% sales/customer)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uplift is highly store-specific — targeting opportunity, not one-size-fits-all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December/holiday season and 'Extra' assortment stores over-index on sales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distance is a weak, confounded signal — needs location context to be useful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D3D"/>
                </a:solidFill>
              </a:rPr>
              <a:t>Recommended next steps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AE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(date, holiday-proximity, competition-age features)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AE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regression pipeline with RMSPE evaluation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AE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deep learning model for sequential forecasting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2026-08-14T06:50:32Z</dcterms:created>
  <dcterms:modified xsi:type="dcterms:W3CDTF">2026-08-14T06:50:32Z</dcterms:modified>
</cp:coreProperties>
</file>